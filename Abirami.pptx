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F919-12F9-E91A-BD09-C929EF491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0516D-1094-F1A9-E7F4-F52B307B3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0566C-75CC-3633-FC17-9D7515C4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F94E6-4E7B-BF3A-6C32-8C9A8F0E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FDCC7-8A67-F440-8545-3D5D9D7D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BEB2-3CE7-0E27-8CF6-405BC450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6D3F-9ED0-EC0C-7846-DFDE5E42B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8FF9D-6326-9755-67D9-A67BE1F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2E3E1-23B3-84C8-151C-5A04E8AC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D9479-FCC3-2E1F-0BF6-634091F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2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4011-13F2-3F25-16BD-00E3CD9C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B079D-D966-65F6-FB42-9AF64BCA1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C1C5-DD7B-1C72-412A-99F33184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B700-BA0B-8756-2BEE-6BA59846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9B4A6-B99C-C82A-9D3A-90DCEC7D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6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2485-A462-F4C8-23A1-BBF29574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85B5A-7A89-8070-7FCF-571BB8176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D073A-963D-3FD0-0535-C103AAF7D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14D13-6C47-63BB-0331-898C7293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0488E-52D6-7CE1-692A-700D3316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68602-6D3D-DECB-447C-2F74EFF7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9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B172-4720-F0B6-036F-90DA77CE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B12B1-7ECC-C05A-DEA2-641AA7267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9283-7F8A-953F-9D5A-5F998B24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1C08F-B47C-C19D-308B-96699D851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F22C8-68B5-AB2A-0D76-4F2784F7B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9557A-4CCF-2371-AF63-8190652E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F12F80-BEB8-DA57-6937-A091017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0B1D7-05DA-DDA6-DD8F-34FCB6E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5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86E1-046B-4988-952D-DF883C25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00799-512F-47BE-AD5C-4F502F75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DA9B5-B76B-19E8-AB8B-10BA670E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62BAB-19E1-CD1E-6813-924F8099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56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9D1D0-E478-13C8-FBF4-C4697B4C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1612B-E8AC-BB20-65C6-5CAD3176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F62FC-CD4B-814E-2BDD-E4B28027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4901-FA36-565C-027D-056A80DB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A9B7-59AF-D433-FF2E-7CAD677E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3F970-229F-1239-5E46-1E4BF6BEF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C005E-1C99-871A-C3D8-4B2B3008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2E200-2B38-18E4-BB08-43185A1D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B5CDF-CB00-A52A-064D-DE2B6E9C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5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2C92-F129-7F09-D0D4-5954343D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1F82C-9872-168D-A654-A8FD7194D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6A76F-0449-AC77-F741-785A51512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956AC-91E0-21F9-AC68-787941E7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8D708-B30A-9934-F387-A8EB7D90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3FDCC-00AD-13AF-AD43-7084A082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4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3CAA-D517-B1C5-A272-E1B2F764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09B6C-BF12-654C-7AE0-71175B2B0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FD8E2-349C-B336-6675-9C82A926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D7366-F609-340C-0AF8-B24F96AD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57B62-1202-0024-F58F-8C969631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3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65E8C-9089-6CEF-84A9-388659B96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09289-5A34-9153-BC45-B00150C68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4A5CF-451C-C1B3-2DC3-6D58C0E3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F2561-275A-388A-7241-EEE85BF0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7918-002A-D89D-EF98-D5852CE1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8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3D912-AF49-9F6B-3956-A0D0A869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6810E-3BCF-D87F-EE20-50AE5436A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42770-52BA-C342-36AF-B9C27FE54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59C27-3225-213B-6750-59AC19548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33E97-4BE7-4310-64B0-B5E8ED786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7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02AA-8198-DD95-8013-EE9291EB1D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81BB8-E7EA-B9D5-0BD1-C1E96B1E2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17074-946A-7DB8-DD60-91593BAB3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4EDEB6-053D-1925-D9B8-7C50045470D9}"/>
              </a:ext>
            </a:extLst>
          </p:cNvPr>
          <p:cNvSpPr txBox="1"/>
          <p:nvPr/>
        </p:nvSpPr>
        <p:spPr>
          <a:xfrm>
            <a:off x="4670323" y="2910348"/>
            <a:ext cx="3126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Abirami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194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Times New Roman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 Jersica</dc:creator>
  <cp:lastModifiedBy>Abi Jersica</cp:lastModifiedBy>
  <cp:revision>4</cp:revision>
  <dcterms:created xsi:type="dcterms:W3CDTF">2025-10-06T06:02:29Z</dcterms:created>
  <dcterms:modified xsi:type="dcterms:W3CDTF">2025-10-07T10:31:27Z</dcterms:modified>
</cp:coreProperties>
</file>