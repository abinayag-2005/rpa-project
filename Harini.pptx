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BF919-12F9-E91A-BD09-C929EF4915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40516D-1094-F1A9-E7F4-F52B307B30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10566C-75CC-3633-FC17-9D7515C4F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3FE51-E44B-4C34-8C18-98311363015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BF94E6-4E7B-BF3A-6C32-8C9A8F0E5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7FDCC7-8A67-F440-8545-3D5D9D7D4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BB9A-617D-45F5-B583-07193103F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642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1BEB2-3CE7-0E27-8CF6-405BC450C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616D3F-9ED0-EC0C-7846-DFDE5E42BF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68FF9D-6326-9755-67D9-A67BE1FE8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3FE51-E44B-4C34-8C18-98311363015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32E3E1-23B3-84C8-151C-5A04E8AC2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DD9479-FCC3-2E1F-0BF6-634091F6C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BB9A-617D-45F5-B583-07193103F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425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34011-13F2-3F25-16BD-00E3CD9CB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DB079D-D966-65F6-FB42-9AF64BCA17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75C1C5-DD7B-1C72-412A-99F33184D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3FE51-E44B-4C34-8C18-98311363015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E3B700-BA0B-8756-2BEE-6BA598460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C9B4A6-B99C-C82A-9D3A-90DCEC7DB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BB9A-617D-45F5-B583-07193103F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162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32485-A462-F4C8-23A1-BBF295745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485B5A-7A89-8070-7FCF-571BB8176D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DD073A-963D-3FD0-0535-C103AAF7DA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914D13-6C47-63BB-0331-898C7293B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3FE51-E44B-4C34-8C18-98311363015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20488E-52D6-7CE1-692A-700D33166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E68602-6D3D-DECB-447C-2F74EFF76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BB9A-617D-45F5-B583-07193103F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7951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FB172-4720-F0B6-036F-90DA77CE9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BB12B1-7ECC-C05A-DEA2-641AA72673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A69283-7F8A-953F-9D5A-5F998B2435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91C08F-B47C-C19D-308B-96699D8512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BF22C8-68B5-AB2A-0D76-4F2784F7BE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69557A-4CCF-2371-AF63-8190652EA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3FE51-E44B-4C34-8C18-98311363015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F12F80-BEB8-DA57-6937-A09101711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C0B1D7-05DA-DDA6-DD8F-34FCB6E49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BB9A-617D-45F5-B583-07193103F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252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886E1-046B-4988-952D-DF883C253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400799-512F-47BE-AD5C-4F502F752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3FE51-E44B-4C34-8C18-98311363015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EDA9B5-B76B-19E8-AB8B-10BA670E7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262BAB-19E1-CD1E-6813-924F80998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BB9A-617D-45F5-B583-07193103F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956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59D1D0-E478-13C8-FBF4-C4697B4C8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3FE51-E44B-4C34-8C18-98311363015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01612B-E8AC-BB20-65C6-5CAD31767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9F62FC-CD4B-814E-2BDD-E4B280274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BB9A-617D-45F5-B583-07193103F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316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04901-FA36-565C-027D-056A80DB7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A0A9B7-59AF-D433-FF2E-7CAD677EBB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63F970-229F-1239-5E46-1E4BF6BEFF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FC005E-1C99-871A-C3D8-4B2B30083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3FE51-E44B-4C34-8C18-98311363015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02E200-2B38-18E4-BB08-43185A1D4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EB5CDF-CB00-A52A-064D-DE2B6E9C3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BB9A-617D-45F5-B583-07193103F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655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92C92-F129-7F09-D0D4-5954343D7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51F82C-9872-168D-A654-A8FD7194D1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26A76F-0449-AC77-F741-785A515129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3956AC-91E0-21F9-AC68-787941E7F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3FE51-E44B-4C34-8C18-98311363015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28D708-B30A-9934-F387-A8EB7D907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83FDCC-00AD-13AF-AD43-7084A082D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BB9A-617D-45F5-B583-07193103F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842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D3CAA-D517-B1C5-A272-E1B2F7643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C09B6C-BF12-654C-7AE0-71175B2B0D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8FD8E2-349C-B336-6675-9C82A9264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3FE51-E44B-4C34-8C18-98311363015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5D7366-F609-340C-0AF8-B24F96ADD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E57B62-1202-0024-F58F-8C969631D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BB9A-617D-45F5-B583-07193103F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630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065E8C-9089-6CEF-84A9-388659B96A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109289-5A34-9153-BC45-B00150C680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74A5CF-451C-C1B3-2DC3-6D58C0E3E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3FE51-E44B-4C34-8C18-98311363015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0F2561-275A-388A-7241-EEE85BF0A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D37918-002A-D89D-EF98-D5852CE13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BB9A-617D-45F5-B583-07193103F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785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83D912-AF49-9F6B-3956-A0D0A869D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56810E-3BCF-D87F-EE20-50AE5436A9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42770-52BA-C342-36AF-B9C27FE541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63FE51-E44B-4C34-8C18-98311363015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359C27-3225-213B-6750-59AC195486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533E97-4BE7-4310-64B0-B5E8ED786C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9ABB9A-617D-45F5-B583-07193103F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770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302AA-8198-DD95-8013-EE9291EB1D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C81BB8-E7EA-B9D5-0BD1-C1E96B1E252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217074-946A-7DB8-DD60-91593BAB38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5929" y="0"/>
            <a:ext cx="9700142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54EDEB6-053D-1925-D9B8-7C50045470D9}"/>
              </a:ext>
            </a:extLst>
          </p:cNvPr>
          <p:cNvSpPr txBox="1"/>
          <p:nvPr/>
        </p:nvSpPr>
        <p:spPr>
          <a:xfrm>
            <a:off x="4670323" y="2910348"/>
            <a:ext cx="31266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Harini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41944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Calibri</vt:lpstr>
      <vt:lpstr>Calibri Light</vt:lpstr>
      <vt:lpstr>Times New Roman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Abi Jersica</dc:creator>
  <cp:lastModifiedBy>Abi Jersica</cp:lastModifiedBy>
  <cp:revision>4</cp:revision>
  <dcterms:created xsi:type="dcterms:W3CDTF">2025-10-06T06:02:29Z</dcterms:created>
  <dcterms:modified xsi:type="dcterms:W3CDTF">2025-10-07T10:31:22Z</dcterms:modified>
</cp:coreProperties>
</file>